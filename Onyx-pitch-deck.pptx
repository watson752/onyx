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7F2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6304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Onyx</a:t>
            </a:r>
            <a:endParaRPr lang="en-US" sz="6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5669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ordering agent for the suppliers a business already buys from.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11480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Srivathsan Murali  ·  Track 1: Agentic Checkout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583680" y="1463040"/>
            <a:ext cx="2011680" cy="1920240"/>
          </a:xfrm>
          <a:prstGeom prst="roundRect">
            <a:avLst>
              <a:gd name="adj" fmla="val 5714"/>
            </a:avLst>
          </a:prstGeom>
          <a:solidFill>
            <a:srgbClr val="4A372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0" y="1783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D9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6</a:t>
            </a:r>
            <a:endParaRPr lang="en-US" sz="440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5603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suppliers onboarded</a:t>
            </a:r>
            <a:endParaRPr lang="en-US" sz="11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zero integration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websites. Every week. By hand.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Beans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roaster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91840" y="18288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5204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Cups and lids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packaging supplier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35040" y="1828800"/>
            <a:ext cx="24688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63640" y="2057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774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store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914400"/>
          </a:xfrm>
          <a:prstGeom prst="roundRect">
            <a:avLst>
              <a:gd name="adj" fmla="val 10000"/>
            </a:avLst>
          </a:prstGeom>
          <a:solidFill>
            <a:srgbClr val="EFE4D6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3474720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None of them have an API. Most never will.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82219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long tail of commerce does not integrate.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steps, one approval.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65760" cy="365760"/>
          </a:xfrm>
          <a:prstGeom prst="ellipse">
            <a:avLst/>
          </a:prstGeom>
          <a:solidFill>
            <a:srgbClr val="B8504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6916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709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834640" y="1719072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Paste a supplier URL. Onyx learns their checkout, read-only.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295144"/>
            <a:ext cx="365760" cy="36576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29514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31343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2834640" y="232257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language, with a budget.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898648"/>
            <a:ext cx="365760" cy="36576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8640" y="289864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29169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2834640" y="2926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supplier quoted separately, caps attached.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502152"/>
            <a:ext cx="365760" cy="36576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48640" y="35021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3520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2834640" y="3529584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screen records the exact basket and caps.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105656"/>
            <a:ext cx="365760" cy="365760"/>
          </a:xfrm>
          <a:prstGeom prst="ellipse">
            <a:avLst/>
          </a:prstGeom>
          <a:solidFill>
            <a:srgbClr val="3B2A2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41056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412394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2834640" y="4133088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per supplier, each with evidence.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ONYX ADDS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Agnic buys from one merchant at a time.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suppliers exist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is a decision, not a lookup.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182880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20116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Delivered cost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892040" y="2331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cheaper bag loses once shipping counts.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budget, many carts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Cheapest set that covers every item.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3063240"/>
            <a:ext cx="38404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3D9C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2461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 failure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5661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order fails, the others are untouched.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stores. No integrations.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pilotcoffeeroasters.com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3931920" y="173736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products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139696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bulkmart.ca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3931920" y="213969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products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542032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kimecopak.ca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2542032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products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4436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a1cashandcarry.com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29443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products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34670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eightouncecoffee.ca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931920" y="3346704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D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onboarded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74904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swish.ca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3931920" y="374904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refused · account required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refusal matters: the engine stopped instead of guessing.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B2A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layers before the card is touched.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3B2A20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9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 limits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payment, per day.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7830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3B2A20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5204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9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Signed mandate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35204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Passkey, CAD, time-limited.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035040" y="1783080"/>
            <a:ext cx="2468880" cy="1051560"/>
          </a:xfrm>
          <a:prstGeom prst="roundRect">
            <a:avLst>
              <a:gd name="adj" fmla="val 8696"/>
            </a:avLst>
          </a:prstGeom>
          <a:solidFill>
            <a:srgbClr val="3B2A2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263640" y="20116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D9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Per-order caps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263640" y="2331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at approval, sent at dispatch.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68680" y="3401568"/>
            <a:ext cx="7406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dispatch returned retryable: null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868680" y="37490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B2A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Money may have moved, so Onyx stopped. No retry, no auto-refund.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2A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7D9D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REAL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86868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7F2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is mocked. Only settlement.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D9D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48840"/>
            <a:ext cx="3840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against live stores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quotes with real shipping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 enforced before any charge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Passkey-signed CAD mandate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75488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50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Simulated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214884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only, on the sandbox shop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cart, real checkout, real card rail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D8CC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card, so no money moves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1148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7B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onyx-five-lemon.vercel.app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2026-09-20T19:41:19Z</dcterms:created>
  <dcterms:modified xsi:type="dcterms:W3CDTF">2026-09-20T19:41:19Z</dcterms:modified>
</cp:coreProperties>
</file>